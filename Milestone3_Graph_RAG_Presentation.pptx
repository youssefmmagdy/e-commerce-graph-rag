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Graph-RAG E-Commerce Assistant</a:t>
            </a:r>
          </a:p>
          <a:p>
            <a:r>
              <a:t>Milestone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Knowledge Graph + LLM System</a:t>
            </a:r>
          </a:p>
          <a:p>
            <a:r>
              <a:t>Experiments, Results &amp; Improvements</a:t>
            </a:r>
          </a:p>
          <a:p/>
          <a:p>
            <a:r>
              <a:t>Neo4j • Embeddings • LLM Comparison • Streamlit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</a:t>
            </a:r>
          </a:p>
          <a:p>
            <a:r>
              <a:t>1. Input Preprocessing (Intent Classification, Entity Extraction, Embeddings)</a:t>
            </a:r>
          </a:p>
          <a:p>
            <a:r>
              <a:t>2. Graph Retrieval Layer (Baseline Cypher + Vector Search)</a:t>
            </a:r>
          </a:p>
          <a:p>
            <a:r>
              <a:t>3. LLM Layer (Context-grounded Answering)</a:t>
            </a:r>
          </a:p>
          <a:p>
            <a:r>
              <a:t>4. Streamlit UI</a:t>
            </a:r>
          </a:p>
          <a:p/>
          <a:p>
            <a:r>
              <a:t>Data flows from user query → KG retrieval → LLM → final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Preprocessing: spaCy NER + rule-based intent detection</a:t>
            </a:r>
          </a:p>
          <a:p>
            <a:r>
              <a:t>• Neo4j Aura DB with product, seller, review, and location nodes</a:t>
            </a:r>
          </a:p>
          <a:p>
            <a:r>
              <a:t>• Vector Index for semantic similarity search</a:t>
            </a:r>
          </a:p>
          <a:p>
            <a:r>
              <a:t>• HuggingFace LLMs used for answer generation</a:t>
            </a:r>
          </a:p>
          <a:p>
            <a:r>
              <a:t>• Streamlit used as interactive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Strategy –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Retrieval:</a:t>
            </a:r>
          </a:p>
          <a:p>
            <a:r>
              <a:t>• Deterministic Cypher queries</a:t>
            </a:r>
          </a:p>
          <a:p>
            <a:r>
              <a:t>• Exact filters (category, rating, city, seller)</a:t>
            </a:r>
          </a:p>
          <a:p/>
          <a:p>
            <a:r>
              <a:t>Example:</a:t>
            </a:r>
          </a:p>
          <a:p>
            <a:r>
              <a:t>MATCH (p:Product)-[:HAS_REVIEW]-&gt;(r:Review)</a:t>
            </a:r>
          </a:p>
          <a:p>
            <a:r>
              <a:t>WHERE p.category = 'beauty_health' AND r.rating &gt; 4</a:t>
            </a:r>
          </a:p>
          <a:p>
            <a:r>
              <a:t>RETURN p.name, avg(r.rating)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Strategy –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Embedding-Based Retrieval:</a:t>
            </a:r>
          </a:p>
          <a:p>
            <a:r>
              <a:t>• Sentence embeddings on product descriptions + reviews</a:t>
            </a:r>
          </a:p>
          <a:p>
            <a:r>
              <a:t>• Neo4j Vector Index similarity search</a:t>
            </a:r>
          </a:p>
          <a:p/>
          <a:p>
            <a:r>
              <a:t>Example:</a:t>
            </a:r>
          </a:p>
          <a:p>
            <a:r>
              <a:t>Find products semantically similar to:</a:t>
            </a:r>
          </a:p>
          <a:p>
            <a:r>
              <a:t>'high quality skincare with fast delivery'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Approach:</a:t>
            </a:r>
          </a:p>
          <a:p>
            <a:r>
              <a:t>• Combine Cypher filtering with vector similarity</a:t>
            </a:r>
          </a:p>
          <a:p>
            <a:r>
              <a:t>• Removes irrelevant results</a:t>
            </a:r>
          </a:p>
          <a:p>
            <a:r>
              <a:t>• Improves recall and semantic understanding</a:t>
            </a:r>
          </a:p>
          <a:p/>
          <a:p>
            <a:r>
              <a:t>Used as default 'auto' mode in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Tested:</a:t>
            </a:r>
          </a:p>
          <a:p>
            <a:r>
              <a:t>• Mistral 7B</a:t>
            </a:r>
          </a:p>
          <a:p>
            <a:r>
              <a:t>• Gemma 2B</a:t>
            </a:r>
          </a:p>
          <a:p>
            <a:r>
              <a:t>• Zephyr 7B</a:t>
            </a:r>
          </a:p>
          <a:p/>
          <a:p>
            <a:r>
              <a:t>All models used with structured prompts (Context + Persona + Task)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Comparison – Quantitative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</a:t>
            </a:r>
          </a:p>
          <a:p>
            <a:r>
              <a:t>• Response Time</a:t>
            </a:r>
          </a:p>
          <a:p>
            <a:r>
              <a:t>• Answer Accuracy</a:t>
            </a:r>
          </a:p>
          <a:p>
            <a:r>
              <a:t>• Context Utilization</a:t>
            </a:r>
          </a:p>
          <a:p/>
          <a:p>
            <a:r>
              <a:t>Results:</a:t>
            </a:r>
          </a:p>
          <a:p>
            <a:r>
              <a:t>• Mistral 7B: Best accuracy, slower</a:t>
            </a:r>
          </a:p>
          <a:p>
            <a:r>
              <a:t>• Zephyr 7B: Balanced</a:t>
            </a:r>
          </a:p>
          <a:p>
            <a:r>
              <a:t>• Gemma 2B: Fastest, lower detail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Comparison – Qualitative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Mistral 7B:</a:t>
            </a:r>
          </a:p>
          <a:p>
            <a:r>
              <a:t>• Most coherent</a:t>
            </a:r>
          </a:p>
          <a:p>
            <a:r>
              <a:t>• Best reasoning over KG</a:t>
            </a:r>
          </a:p>
          <a:p/>
          <a:p>
            <a:r>
              <a:t>Zephyr 7B:</a:t>
            </a:r>
          </a:p>
          <a:p>
            <a:r>
              <a:t>• Natural responses</a:t>
            </a:r>
          </a:p>
          <a:p/>
          <a:p>
            <a:r>
              <a:t>Gemma 2B:</a:t>
            </a:r>
          </a:p>
          <a:p>
            <a:r>
              <a:t>• Short, sometimes incomplete answers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Failures:</a:t>
            </a:r>
          </a:p>
          <a:p>
            <a:r>
              <a:t>• Ambiguous queries without clear entities</a:t>
            </a:r>
          </a:p>
          <a:p>
            <a:r>
              <a:t>• Sparse data for rare categories</a:t>
            </a:r>
          </a:p>
          <a:p>
            <a:r>
              <a:t>• Embeddings retrieving semantically similar but irrelevant nodes</a:t>
            </a:r>
          </a:p>
          <a:p/>
          <a:p>
            <a:r>
              <a:t>Example:</a:t>
            </a:r>
          </a:p>
          <a:p>
            <a:r>
              <a:t>Query: 'Best cheap products' → unclear 'cheap'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Theme-Specific Error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E-Commerce:</a:t>
            </a:r>
          </a:p>
          <a:p>
            <a:r>
              <a:t>• Seller with few reviews skewing ratings</a:t>
            </a:r>
          </a:p>
          <a:p/>
          <a:p>
            <a:r>
              <a:t>Delivery Insights:</a:t>
            </a:r>
          </a:p>
          <a:p>
            <a:r>
              <a:t>• Delay data missing for some states</a:t>
            </a:r>
          </a:p>
          <a:p/>
          <a:p>
            <a:r>
              <a:t>Review Analysis:</a:t>
            </a:r>
          </a:p>
          <a:p>
            <a:r>
              <a:t>• Mixed sentiment reviews confusing LLM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retrieval strategy</a:t>
            </a:r>
          </a:p>
          <a:p>
            <a:r>
              <a:t>• Explicit database selection for Neo4j Aura</a:t>
            </a:r>
          </a:p>
          <a:p>
            <a:r>
              <a:t>• Better prompt structuring</a:t>
            </a:r>
          </a:p>
          <a:p>
            <a:r>
              <a:t>• UI transparency (show Cypher + context)</a:t>
            </a:r>
          </a:p>
          <a:p>
            <a:r>
              <a:t>• Retry logic and error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hallucinations compared to pure LLM</a:t>
            </a:r>
          </a:p>
          <a:p>
            <a:r>
              <a:t>• Higher factual correctness</a:t>
            </a:r>
          </a:p>
          <a:p>
            <a:r>
              <a:t>• Improved user trust via KG context display</a:t>
            </a:r>
          </a:p>
          <a:p>
            <a:r>
              <a:t>• Successful execution of 10+ Cypher templates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real-time data updates</a:t>
            </a:r>
          </a:p>
          <a:p>
            <a:r>
              <a:t>• Limited multilingual support</a:t>
            </a:r>
          </a:p>
          <a:p>
            <a:r>
              <a:t>• Embedding quality depends on model choice</a:t>
            </a:r>
          </a:p>
          <a:p>
            <a:r>
              <a:t>• No automatic threshold learning (e.g., 'cheap')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Fine-tune embeddings on domain data</a:t>
            </a:r>
          </a:p>
          <a:p>
            <a:r>
              <a:t>• Add sentiment scoring per review</a:t>
            </a:r>
          </a:p>
          <a:p>
            <a:r>
              <a:t>• Improve intent classification with ML</a:t>
            </a:r>
          </a:p>
          <a:p>
            <a:r>
              <a:t>• Add graph visualization in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Graph-RAG successfully combines:</a:t>
            </a:r>
          </a:p>
          <a:p>
            <a:r>
              <a:t>• Symbolic reasoning (Neo4j KG)</a:t>
            </a:r>
          </a:p>
          <a:p>
            <a:r>
              <a:t>• Statistical reasoning (LLMs)</a:t>
            </a:r>
          </a:p>
          <a:p/>
          <a:p>
            <a:r>
              <a:t>Resulting in a robust, interpretable AI assistant.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